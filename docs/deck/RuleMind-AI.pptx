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
Do NOT say 'no data leaves your network' — connectors call the data sources the customer configures, which is the entire point of a bureau integration, and the AI features call the provider whose key they supplied. What is true is that WE receive nothing: no telemetry, no metering, no licence check. Every outbound call is one they chose, and the bottom row of this slide says how those are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a single generated rule</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135</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input cases run through all five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CI.</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telemetry, no per-decision metering. The only outbound calls are the ones you configure.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2026-09-14T18:18:47Z</dcterms:created>
  <dcterms:modified xsi:type="dcterms:W3CDTF">2026-09-14T18:18:47Z</dcterms:modified>
</cp:coreProperties>
</file>