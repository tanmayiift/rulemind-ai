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1920</c:v>
                </c:pt>
                <c:pt idx="1">
                  <c:v>1920</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If asked about the 48% optimisation: it is a flag that makes decisions faster but is not yet proven to produce identical results, so it stays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4,608</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phone-home, metering or licence calls</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written with its policy version, inputs and reasoning. Tamper-evident chain.</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a single generated rule</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135</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input cases run through all five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CI.</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4,608</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~350 MB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container resident, two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Viewer, author, approver, admin and service, enforced at the API rather than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data leaving your network, no per-decision metering.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latency optimisation measured at 48% is held back until it is proven correct</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2026-09-14T18:07:57Z</dcterms:created>
  <dcterms:modified xsi:type="dcterms:W3CDTF">2026-09-14T18:07:57Z</dcterms:modified>
</cp:coreProperties>
</file>